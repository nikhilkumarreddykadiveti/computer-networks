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1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6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20040"/>
            <a:ext cx="960120" cy="1133856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347472"/>
            <a:ext cx="1371600" cy="12070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965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377440"/>
            <a:ext cx="9994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Network-Based Quiz Game with Real-Time Leaderboard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1097280" y="34290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Adaptive Packet Management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889504" y="4297680"/>
            <a:ext cx="640080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2889504" y="4434840"/>
            <a:ext cx="64008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2935224" y="4709160"/>
            <a:ext cx="2042160" cy="9144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Nikhil Kumar Reddy Kadiveti
</a:t>
            </a:r>
            <a:endParaRPr lang="en-US" sz="115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Roll No: 192425031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068824" y="4709160"/>
            <a:ext cx="2042160" cy="9144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 Adarsh Reddy
</a:t>
            </a:r>
            <a:endParaRPr lang="en-US" sz="115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Roll No: 192525412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008434" y="4709160"/>
            <a:ext cx="2042160" cy="9144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D. Deepak
</a:t>
            </a:r>
            <a:endParaRPr lang="en-US" sz="115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Roll No: 192572095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 [Faculty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365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4630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real-time multiplayer quizzes, players on slower or unstable networks are unfairly disadvantaged — a question may render late, an answer may arrive after the timer ends, or a connection drop can cost an entire round.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514600"/>
            <a:ext cx="10543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l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quiz platform that actively senses network health and adapts gameplay to keep competition fair.</a:t>
            </a:r>
            <a:endParaRPr lang="en-US" sz="1500" dirty="0"/>
          </a:p>
          <a:p>
            <a:pPr marL="228600" indent="-228600" algn="l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client–server communication is implemented using TCP/IP socket programming.</a:t>
            </a:r>
            <a:endParaRPr lang="en-US" sz="1500" dirty="0"/>
          </a:p>
          <a:p>
            <a:pPr marL="228600" indent="-228600" algn="l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continuously measures per-client latency and packet loss in real time.</a:t>
            </a:r>
            <a:endParaRPr lang="en-US" sz="1500" dirty="0"/>
          </a:p>
          <a:p>
            <a:pPr marL="228600" indent="-228600" algn="l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timers and scoring weights adjust dynamically so no player is penalized by their connection.</a:t>
            </a:r>
            <a:endParaRPr lang="en-US" sz="1500" dirty="0"/>
          </a:p>
          <a:p>
            <a:pPr marL="228600" indent="-228600" algn="l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network-fair leaderboard keeps every player's ranking accurate and transparent.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365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73736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farther from the server see questions later, losing precious response time.</a:t>
            </a:r>
            <a:endParaRPr lang="en-US" sz="1650" dirty="0"/>
          </a:p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packets can silently cost an answer submission or a score update.</a:t>
            </a:r>
            <a:endParaRPr lang="en-US" sz="1650" dirty="0"/>
          </a:p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static timer punishes high-latency players regardless of skill.</a:t>
            </a:r>
            <a:endParaRPr lang="en-US" sz="1650" dirty="0"/>
          </a:p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LAN quiz tools do not sense or compensate for network conditions.</a:t>
            </a:r>
            <a:endParaRPr lang="en-US" sz="1650" dirty="0"/>
          </a:p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fair, adaptive client–server setup is needed so outcomes reflect knowledge — not connection quality.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365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73736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real-time, multiplayer quiz platform using client–server architecture.</a:t>
            </a:r>
            <a:endParaRPr lang="en-US" sz="1650" dirty="0"/>
          </a:p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reliable communication using TCP/IP socket programming.</a:t>
            </a:r>
            <a:endParaRPr lang="en-US" sz="1650" dirty="0"/>
          </a:p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continuously monitor per-client latency and packet loss.</a:t>
            </a:r>
            <a:endParaRPr lang="en-US" sz="1650" dirty="0"/>
          </a:p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dynamically adjust timers and scoring based on live network conditions.</a:t>
            </a:r>
            <a:endParaRPr lang="en-US" sz="1650" dirty="0"/>
          </a:p>
          <a:p>
            <a:pPr marL="228600" indent="-228600" algn="l">
              <a:spcAft>
                <a:spcPts val="2200"/>
              </a:spcAft>
              <a:buSzPct val="100000"/>
              <a:buChar char="➤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maintain a real-time, network-fair leaderboard for every player.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365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371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organized into three tightly-integrated modules.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280160" y="219456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1280160" y="219456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955280" y="201168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7955280" y="20116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Communication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Packet Monitoring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069080" y="2971800"/>
            <a:ext cx="2216822" cy="192024"/>
          </a:xfrm>
          <a:prstGeom prst="line">
            <a:avLst/>
          </a:prstGeom>
          <a:noFill/>
          <a:ln w="25400">
            <a:solidFill>
              <a:srgbClr val="B9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 flipH="1">
            <a:off x="6857999" y="3063240"/>
            <a:ext cx="1431421" cy="1581912"/>
          </a:xfrm>
          <a:prstGeom prst="line">
            <a:avLst/>
          </a:prstGeom>
          <a:noFill/>
          <a:ln w="25400">
            <a:solidFill>
              <a:srgbClr val="B9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0D842DA8-BC04-605B-BCB1-8A6D5AF68378}"/>
              </a:ext>
            </a:extLst>
          </p:cNvPr>
          <p:cNvSpPr/>
          <p:nvPr/>
        </p:nvSpPr>
        <p:spPr>
          <a:xfrm>
            <a:off x="5499689" y="4869180"/>
            <a:ext cx="1572426" cy="905256"/>
          </a:xfrm>
          <a:prstGeom prst="line">
            <a:avLst/>
          </a:prstGeom>
          <a:noFill/>
          <a:ln w="25400">
            <a:solidFill>
              <a:srgbClr val="B9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134356" y="3154680"/>
            <a:ext cx="1920240" cy="192024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134356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29115" y="550926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072115" y="5509260"/>
            <a:ext cx="0" cy="0"/>
          </a:xfrm>
          <a:prstGeom prst="line">
            <a:avLst/>
          </a:prstGeom>
          <a:noFill/>
          <a:ln w="25400">
            <a:solidFill>
              <a:srgbClr val="B9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5929115" y="553669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Leaderboard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Analytics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365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CLIENT-SERVER ARCHITECTURE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pic>
        <p:nvPicPr>
          <p:cNvPr id="7" name="Image 2" descr="assets/clientserver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600200"/>
            <a:ext cx="4206240" cy="2331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22960" y="4023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exchanges structured requests and replies with the quiz server over a persistent TCP connection.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7589520" y="16916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758952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Server
</a:t>
            </a:r>
            <a:r>
              <a:rPr lang="en-US" sz="105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 • Scoring • Monitor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875020" y="3931920"/>
            <a:ext cx="1280160" cy="777240"/>
          </a:xfrm>
          <a:prstGeom prst="roundRect">
            <a:avLst>
              <a:gd name="adj" fmla="val 8235"/>
            </a:avLst>
          </a:prstGeom>
          <a:solidFill>
            <a:srgbClr val="E4F4FB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587502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58750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515100" y="2606040"/>
            <a:ext cx="0" cy="1325880"/>
          </a:xfrm>
          <a:prstGeom prst="line">
            <a:avLst/>
          </a:prstGeom>
          <a:noFill/>
          <a:ln w="19050">
            <a:solidFill>
              <a:srgbClr val="1560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7383780" y="3931920"/>
            <a:ext cx="1280160" cy="777240"/>
          </a:xfrm>
          <a:prstGeom prst="roundRect">
            <a:avLst>
              <a:gd name="adj" fmla="val 8235"/>
            </a:avLst>
          </a:prstGeom>
          <a:solidFill>
            <a:srgbClr val="E4F4FB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738378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73837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023860" y="2606040"/>
            <a:ext cx="0" cy="1325880"/>
          </a:xfrm>
          <a:prstGeom prst="line">
            <a:avLst/>
          </a:prstGeom>
          <a:noFill/>
          <a:ln w="19050">
            <a:solidFill>
              <a:srgbClr val="1560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892540" y="3931920"/>
            <a:ext cx="1280160" cy="777240"/>
          </a:xfrm>
          <a:prstGeom prst="roundRect">
            <a:avLst>
              <a:gd name="adj" fmla="val 8235"/>
            </a:avLst>
          </a:prstGeom>
          <a:solidFill>
            <a:srgbClr val="E4F4FB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889254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8925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532620" y="2606040"/>
            <a:ext cx="0" cy="1325880"/>
          </a:xfrm>
          <a:prstGeom prst="line">
            <a:avLst/>
          </a:prstGeom>
          <a:noFill/>
          <a:ln w="19050">
            <a:solidFill>
              <a:srgbClr val="1560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401300" y="3931920"/>
            <a:ext cx="1280160" cy="777240"/>
          </a:xfrm>
          <a:prstGeom prst="roundRect">
            <a:avLst>
              <a:gd name="adj" fmla="val 8235"/>
            </a:avLst>
          </a:prstGeom>
          <a:solidFill>
            <a:srgbClr val="E4F4FB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1040130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104013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11041380" y="2606040"/>
            <a:ext cx="0" cy="1325880"/>
          </a:xfrm>
          <a:prstGeom prst="line">
            <a:avLst/>
          </a:prstGeom>
          <a:noFill/>
          <a:ln w="19050">
            <a:solidFill>
              <a:srgbClr val="1560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5577840" y="50749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maintains a persistent TCP connection; the server broadcasts questions, collects answers, and continuously probes every link for latency and packet loss.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9260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MODULE-1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371600" y="566928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Management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22960" y="1691640"/>
            <a:ext cx="10543032" cy="1133856"/>
          </a:xfrm>
          <a:prstGeom prst="roundRect">
            <a:avLst>
              <a:gd name="adj" fmla="val 6452"/>
            </a:avLst>
          </a:prstGeom>
          <a:solidFill>
            <a:srgbClr val="E4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1051560" y="180136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TECHNOLOGIES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130552"/>
            <a:ext cx="100858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structures for the question bank (MCQ / timed)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scoring engine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081528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E3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1051560" y="3172968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MODULE-1
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gameplay core — controls question flow, answer capture, and scoring for every round.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4114800"/>
            <a:ext cx="10543032" cy="2148840"/>
          </a:xfrm>
          <a:prstGeom prst="roundRect">
            <a:avLst>
              <a:gd name="adj" fmla="val 3404"/>
            </a:avLst>
          </a:prstGeom>
          <a:solidFill>
            <a:srgbClr val="FDEC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1051560" y="422452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MODULE-1 DO?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4553712"/>
            <a:ext cx="100858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structured questions to all connected clients simultaneously. Captures and time-stamps each answer as it arrives. Awards points based on correctness and response time, ready for network-fair adjustment. Manages round sequencing, session state, and the end-of-quiz summary.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9260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MODULE-1 RESULT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371600" y="566928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Management — Sample Output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743200" y="1600200"/>
            <a:ext cx="6702552" cy="4434840"/>
          </a:xfrm>
          <a:prstGeom prst="roundRect">
            <a:avLst>
              <a:gd name="adj" fmla="val 2062"/>
            </a:avLst>
          </a:prstGeom>
          <a:solidFill>
            <a:srgbClr val="F7F9FB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743200" y="1600200"/>
            <a:ext cx="6702552" cy="411480"/>
          </a:xfrm>
          <a:prstGeom prst="roundRect">
            <a:avLst>
              <a:gd name="adj" fmla="val 2222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743200" y="1801368"/>
            <a:ext cx="6702552" cy="210312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926080" y="1737360"/>
            <a:ext cx="128016" cy="128016"/>
          </a:xfrm>
          <a:prstGeom prst="ellipse">
            <a:avLst/>
          </a:prstGeom>
          <a:solidFill>
            <a:srgbClr val="E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145536" y="1737360"/>
            <a:ext cx="128016" cy="128016"/>
          </a:xfrm>
          <a:prstGeom prst="ellipse">
            <a:avLst/>
          </a:prstGeom>
          <a:solidFill>
            <a:srgbClr val="E8C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364992" y="1737360"/>
            <a:ext cx="128016" cy="128016"/>
          </a:xfrm>
          <a:prstGeom prst="ellipse">
            <a:avLst/>
          </a:prstGeom>
          <a:solidFill>
            <a:srgbClr val="4C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0" y="1600200"/>
            <a:ext cx="5330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Client — Player: V Adarsh Reddy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108960" y="2221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10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94192" y="2148840"/>
            <a:ext cx="640080" cy="640080"/>
          </a:xfrm>
          <a:prstGeom prst="ellipse">
            <a:avLst/>
          </a:prstGeom>
          <a:solidFill>
            <a:srgbClr val="FDECE1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839419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108960" y="2651760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of the OSI model is responsible for routing between networks?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108960" y="3383280"/>
            <a:ext cx="5971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3218688" y="338328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3383280"/>
            <a:ext cx="505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Layer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108960" y="3986784"/>
            <a:ext cx="5971032" cy="475488"/>
          </a:xfrm>
          <a:prstGeom prst="roundRect">
            <a:avLst>
              <a:gd name="adj" fmla="val 11538"/>
            </a:avLst>
          </a:prstGeom>
          <a:solidFill>
            <a:srgbClr val="E3F4EA"/>
          </a:solidFill>
          <a:ln w="1587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3218688" y="398678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3611880" y="3986784"/>
            <a:ext cx="505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251192" y="398678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 • Correct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108960" y="4590288"/>
            <a:ext cx="5971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3218688" y="459028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3611880" y="4590288"/>
            <a:ext cx="505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108960" y="5193792"/>
            <a:ext cx="5971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3218688" y="519379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3611880" y="5193792"/>
            <a:ext cx="505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Layer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3108960" y="5870448"/>
            <a:ext cx="5971032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3108960" y="5980176"/>
            <a:ext cx="2985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480 pts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6094476" y="5980176"/>
            <a:ext cx="2985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time: 3.8s  •  Network-adjusted: +0.0s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— replace with an actual screenshot of the running client.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9260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MODULE-2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371600" y="566928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Communication &amp; Packet Monitoring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22960" y="1691640"/>
            <a:ext cx="10543032" cy="1133856"/>
          </a:xfrm>
          <a:prstGeom prst="roundRect">
            <a:avLst>
              <a:gd name="adj" fmla="val 6452"/>
            </a:avLst>
          </a:prstGeom>
          <a:solidFill>
            <a:srgbClr val="E4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1051560" y="180136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TECHNOLOGIES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130552"/>
            <a:ext cx="100858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socket module (TCP/IP)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for concurrent client handling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081528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E3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1051560" y="3172968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MODULE-2
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persistent client–server messaging while continuously tracking connection health for every player.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4114800"/>
            <a:ext cx="10543032" cy="2148840"/>
          </a:xfrm>
          <a:prstGeom prst="roundRect">
            <a:avLst>
              <a:gd name="adj" fmla="val 3404"/>
            </a:avLst>
          </a:prstGeom>
          <a:solidFill>
            <a:srgbClr val="E4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1051560" y="422452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MODULE-2 DO?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4553712"/>
            <a:ext cx="100858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questions, answers, and control messages over persistent TCP socket connections. Computes round-trip time (RTT) via periodic ping/echo timestamps. Uses sequence numbers and acknowledgements to flag missing or delayed packets. Streams per-client network statistics to the analytics module in real time.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9260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MODULE-2 RESULT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371600" y="566928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Communication — Sample Output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22960" y="1645920"/>
            <a:ext cx="6492240" cy="3931920"/>
          </a:xfrm>
          <a:prstGeom prst="roundRect">
            <a:avLst>
              <a:gd name="adj" fmla="val 2326"/>
            </a:avLst>
          </a:prstGeom>
          <a:solidFill>
            <a:srgbClr val="0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005840" y="1792224"/>
            <a:ext cx="118872" cy="118872"/>
          </a:xfrm>
          <a:prstGeom prst="ellipse">
            <a:avLst/>
          </a:prstGeom>
          <a:solidFill>
            <a:srgbClr val="E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207008" y="1792224"/>
            <a:ext cx="118872" cy="118872"/>
          </a:xfrm>
          <a:prstGeom prst="ellipse">
            <a:avLst/>
          </a:prstGeom>
          <a:solidFill>
            <a:srgbClr val="E8C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408176" y="1792224"/>
            <a:ext cx="118872" cy="118872"/>
          </a:xfrm>
          <a:prstGeom prst="ellipse">
            <a:avLst/>
          </a:prstGeom>
          <a:solidFill>
            <a:srgbClr val="4C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17373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server_monitor.log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14884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6FE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[12:04:21] Client A connected — RTT: 42 ms   Packet Loss: 0.0%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2C2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[12:04:21] Client B connected — RTT: 187 ms  Packet Loss: 1.2%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6FE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[12:04:22] Client C connected — RTT: 65 ms   Packet Loss: 0.0%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08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[12:04:22] Client D connected — RTT: 210 ms  Packet Loss: 2.4%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8F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[12:04:25] Probe cycle complete — 4/4 clients healthy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6F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[12:04:26] Adaptive timer: +1.4s applied to Client B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6F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[12:04:26] Adaptive timer: +1.8s applied to Client D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08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[12:04:30] Packet ack gap detected — Client D seq #1042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589520" y="1645920"/>
            <a:ext cx="3776472" cy="3931920"/>
          </a:xfrm>
          <a:prstGeom prst="roundRect">
            <a:avLst>
              <a:gd name="adj" fmla="val 2421"/>
            </a:avLst>
          </a:prstGeom>
          <a:solidFill>
            <a:srgbClr val="F7F9FB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7818120" y="18105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RTT BY CLIENT (ms)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92440" y="4150960"/>
            <a:ext cx="502920" cy="375320"/>
          </a:xfrm>
          <a:prstGeom prst="roundRect">
            <a:avLst>
              <a:gd name="adj" fmla="val 9745"/>
            </a:avLst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7955280" y="38766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092440" y="45811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098280" y="2855214"/>
            <a:ext cx="502920" cy="1671066"/>
          </a:xfrm>
          <a:prstGeom prst="roundRect">
            <a:avLst>
              <a:gd name="adj" fmla="val 7273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8961120" y="258089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098280" y="45811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104120" y="3945428"/>
            <a:ext cx="502920" cy="580852"/>
          </a:xfrm>
          <a:prstGeom prst="roundRect">
            <a:avLst>
              <a:gd name="adj" fmla="val 7273"/>
            </a:avLst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9966960" y="36711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0104120" y="45811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1109960" y="2649682"/>
            <a:ext cx="502920" cy="1876598"/>
          </a:xfrm>
          <a:prstGeom prst="roundRect">
            <a:avLst>
              <a:gd name="adj" fmla="val 7273"/>
            </a:avLst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10972800" y="237536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1109960" y="45811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863840" y="4526280"/>
            <a:ext cx="3227832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7818120" y="4910328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threshold: 150 ms triggers adaptive timer extension.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822960" y="574243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— replace with an actual console/log capture from the server.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9260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MODULE-3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371600" y="566928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Leaderboard &amp; Analytics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22960" y="1691640"/>
            <a:ext cx="10543032" cy="1133856"/>
          </a:xfrm>
          <a:prstGeom prst="roundRect">
            <a:avLst>
              <a:gd name="adj" fmla="val 6452"/>
            </a:avLst>
          </a:prstGeom>
          <a:solidFill>
            <a:srgbClr val="E4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1051560" y="180136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TECHNOLOGIES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130552"/>
            <a:ext cx="100858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ranking / leaderboard engine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module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081528"/>
            <a:ext cx="10543032" cy="777240"/>
          </a:xfrm>
          <a:prstGeom prst="roundRect">
            <a:avLst>
              <a:gd name="adj" fmla="val 9412"/>
            </a:avLst>
          </a:prstGeom>
          <a:solidFill>
            <a:srgbClr val="E3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1051560" y="3172968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MODULE-3
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quiz and network data into fair rankings and actionable insight.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4114800"/>
            <a:ext cx="10543032" cy="2148840"/>
          </a:xfrm>
          <a:prstGeom prst="roundRect">
            <a:avLst>
              <a:gd name="adj" fmla="val 3404"/>
            </a:avLst>
          </a:prstGeom>
          <a:solidFill>
            <a:srgbClr val="E3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1051560" y="422452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MODULE-3 DO?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4553712"/>
            <a:ext cx="100858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scores live across all clients as answers and adjustments are processed. Stretches per-player answer windows slightly for clients with measured higher latency. Tracks accuracy, response time, and network stability trends per player and per session.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9260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MODULE-3 RESULT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371600" y="566928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Leaderboard — Sample Output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463040" y="1737360"/>
            <a:ext cx="9262872" cy="502920"/>
          </a:xfrm>
          <a:prstGeom prst="roundRect">
            <a:avLst>
              <a:gd name="adj" fmla="val 1090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1463040" y="1737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228600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TIME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869680" y="173736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463040" y="2240280"/>
            <a:ext cx="9262872" cy="658368"/>
          </a:xfrm>
          <a:prstGeom prst="rect">
            <a:avLst/>
          </a:prstGeom>
          <a:solidFill>
            <a:srgbClr val="E3F4EA"/>
          </a:solidFill>
          <a:ln w="9525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673352" y="2368296"/>
            <a:ext cx="402336" cy="402336"/>
          </a:xfrm>
          <a:prstGeom prst="ellipse">
            <a:avLst/>
          </a:prstGeom>
          <a:solidFill>
            <a:srgbClr val="E8C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1463040" y="22402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423160" y="224028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577840" y="2240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pts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132320" y="22402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−0.0s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8869680" y="2240280"/>
            <a:ext cx="1856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463040" y="2898648"/>
            <a:ext cx="92628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1463040" y="289864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2423160" y="289864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577840" y="28986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pts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132320" y="28986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−0.0s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8869680" y="2898648"/>
            <a:ext cx="1856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1463040" y="3557016"/>
            <a:ext cx="9262872" cy="65836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463040" y="355701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2423160" y="355701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5577840" y="35570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 pts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132320" y="35570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+1.8s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8869680" y="3557016"/>
            <a:ext cx="1856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1463040" y="4215384"/>
            <a:ext cx="92628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1463040" y="421538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2423160" y="421538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5577840" y="42153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pts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7132320" y="42153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+1.4s</a:t>
            </a:r>
            <a:endParaRPr lang="en-US" sz="1250" dirty="0"/>
          </a:p>
        </p:txBody>
      </p:sp>
      <p:sp>
        <p:nvSpPr>
          <p:cNvPr id="38" name="Text 34"/>
          <p:cNvSpPr txBox="1"/>
          <p:nvPr/>
        </p:nvSpPr>
        <p:spPr>
          <a:xfrm>
            <a:off x="8869680" y="4215384"/>
            <a:ext cx="1856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9491472" y="128016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9610344" y="1431036"/>
            <a:ext cx="100584" cy="100584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 txBox="1"/>
          <p:nvPr/>
        </p:nvSpPr>
        <p:spPr>
          <a:xfrm>
            <a:off x="9765792" y="1280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822960" y="51480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— replace with an actual screenshot of the leaderboard UI.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365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PARAMETERS MONITORED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81228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527048" y="2148840"/>
            <a:ext cx="822960" cy="822960"/>
          </a:xfrm>
          <a:prstGeom prst="ellipse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152704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18388" y="3200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82396" y="4023360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time tracked per client via periodic timestamped probes.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451860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297680" y="2148840"/>
            <a:ext cx="822960" cy="8229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2976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589020" y="3200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53028" y="4023360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gaps and missing acknowledgements are flagged instantly.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22492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068312" y="2148840"/>
            <a:ext cx="822960" cy="82296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706831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359652" y="3200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Timer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423660" y="4023360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windows scale with each player's measured network condition.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993124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9838944" y="2148840"/>
            <a:ext cx="822960" cy="822960"/>
          </a:xfrm>
          <a:prstGeom prst="ellipse">
            <a:avLst/>
          </a:prstGeom>
          <a:solidFill>
            <a:srgbClr val="0F9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9838944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9130284" y="3200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194292" y="4023360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recompute immediately as scores and adjustments land.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01168"/>
            <a:ext cx="868680" cy="1024128"/>
          </a:xfrm>
          <a:prstGeom prst="rect">
            <a:avLst/>
          </a:prstGeom>
        </p:spPr>
      </p:pic>
      <p:pic>
        <p:nvPicPr>
          <p:cNvPr id="3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01168"/>
            <a:ext cx="1207008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365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Network-Aware Quiz Game with Adaptive Packet Management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4630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and reliable multiplayer quiz experience, delivered through an adaptive, network-aware leaderboard and live performance monitoring — so the winner is decided by knowledge, not by network conditions.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22960" y="2697480"/>
            <a:ext cx="5088636" cy="1051560"/>
          </a:xfrm>
          <a:prstGeom prst="roundRect">
            <a:avLst>
              <a:gd name="adj" fmla="val 6957"/>
            </a:avLst>
          </a:prstGeom>
          <a:solidFill>
            <a:srgbClr val="E3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051560" y="2994660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5156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697480"/>
            <a:ext cx="4037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across varied network conditions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77356" y="2697480"/>
            <a:ext cx="5088636" cy="1051560"/>
          </a:xfrm>
          <a:prstGeom prst="roundRect">
            <a:avLst>
              <a:gd name="adj" fmla="val 6957"/>
            </a:avLst>
          </a:prstGeom>
          <a:solidFill>
            <a:srgbClr val="E3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505956" y="2994660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6505956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146036" y="2697480"/>
            <a:ext cx="4037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real-time performance visibility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22960" y="4023360"/>
            <a:ext cx="5088636" cy="1051560"/>
          </a:xfrm>
          <a:prstGeom prst="roundRect">
            <a:avLst>
              <a:gd name="adj" fmla="val 6957"/>
            </a:avLst>
          </a:prstGeom>
          <a:solidFill>
            <a:srgbClr val="E3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051560" y="4320540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1051560" y="4320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4023360"/>
            <a:ext cx="4037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handling of latency and packet loss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77356" y="4023360"/>
            <a:ext cx="5088636" cy="1051560"/>
          </a:xfrm>
          <a:prstGeom prst="roundRect">
            <a:avLst>
              <a:gd name="adj" fmla="val 6957"/>
            </a:avLst>
          </a:prstGeom>
          <a:solidFill>
            <a:srgbClr val="E3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505956" y="4320540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6505956" y="4320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146036" y="4023360"/>
            <a:ext cx="4037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Engaging, competitive live gameplay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46888"/>
            <a:ext cx="1088136" cy="1261872"/>
          </a:xfrm>
          <a:prstGeom prst="roundRect">
            <a:avLst>
              <a:gd name="adj" fmla="val 672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20040"/>
            <a:ext cx="960120" cy="11338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Shape 1"/>
          <p:cNvSpPr/>
          <p:nvPr/>
        </p:nvSpPr>
        <p:spPr>
          <a:xfrm>
            <a:off x="10497312" y="283464"/>
            <a:ext cx="1499616" cy="1335024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assets/se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347472"/>
            <a:ext cx="1371600" cy="120700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 2"/>
          <p:cNvSpPr txBox="1"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1097280" y="3657600"/>
            <a:ext cx="9994392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Network-Based Quiz Game with Real-Time Leaderboard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Nikhil Kumar Reddy Kadiveti (192425031)   •   V Adarsh Reddy (192525412)   •   D. Deepak (192572095)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1219</Words>
  <Application>Microsoft Office PowerPoint</Application>
  <PresentationFormat>Widescreen</PresentationFormat>
  <Paragraphs>215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Kumar Reddy Kadiveti</cp:lastModifiedBy>
  <cp:revision>4</cp:revision>
  <dcterms:created xsi:type="dcterms:W3CDTF">2026-08-28T03:31:20Z</dcterms:created>
  <dcterms:modified xsi:type="dcterms:W3CDTF">2026-08-30T14:06:44Z</dcterms:modified>
</cp:coreProperties>
</file>